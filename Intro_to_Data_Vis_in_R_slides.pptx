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406" r:id="rId3"/>
    <p:sldId id="410" r:id="rId4"/>
    <p:sldId id="407" r:id="rId5"/>
    <p:sldId id="409" r:id="rId6"/>
    <p:sldId id="411" r:id="rId7"/>
    <p:sldId id="412" r:id="rId8"/>
    <p:sldId id="408" r:id="rId9"/>
    <p:sldId id="414" r:id="rId10"/>
    <p:sldId id="413" r:id="rId11"/>
    <p:sldId id="417" r:id="rId12"/>
    <p:sldId id="418" r:id="rId13"/>
    <p:sldId id="415" r:id="rId14"/>
    <p:sldId id="416" r:id="rId15"/>
    <p:sldId id="419" r:id="rId16"/>
    <p:sldId id="375" r:id="rId17"/>
    <p:sldId id="405" r:id="rId1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964E0-232B-46E6-A372-0BA88EAEC6EA}" v="1" dt="2025-11-05T16:19:37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ochkina, Maria" userId="c909cca0-0566-42e0-8dc0-791f330c8ce2" providerId="ADAL" clId="{97825DE4-A198-468F-898D-C5BD5F984618}"/>
    <pc:docChg chg="undo custSel addSld delSld modSld sldOrd">
      <pc:chgData name="Korochkina, Maria" userId="c909cca0-0566-42e0-8dc0-791f330c8ce2" providerId="ADAL" clId="{97825DE4-A198-468F-898D-C5BD5F984618}" dt="2025-11-05T16:21:20.874" v="1653" actId="255"/>
      <pc:docMkLst>
        <pc:docMk/>
      </pc:docMkLst>
      <pc:sldChg chg="modSp add mod">
        <pc:chgData name="Korochkina, Maria" userId="c909cca0-0566-42e0-8dc0-791f330c8ce2" providerId="ADAL" clId="{97825DE4-A198-468F-898D-C5BD5F984618}" dt="2025-10-14T15:26:50.927" v="23" actId="20577"/>
        <pc:sldMkLst>
          <pc:docMk/>
          <pc:sldMk cId="307993976" sldId="264"/>
        </pc:sldMkLst>
        <pc:spChg chg="mod">
          <ac:chgData name="Korochkina, Maria" userId="c909cca0-0566-42e0-8dc0-791f330c8ce2" providerId="ADAL" clId="{97825DE4-A198-468F-898D-C5BD5F984618}" dt="2025-10-14T15:26:50.927" v="23" actId="20577"/>
          <ac:spMkLst>
            <pc:docMk/>
            <pc:sldMk cId="307993976" sldId="264"/>
            <ac:spMk id="2" creationId="{EBDFC52C-02B7-FF58-DBFA-D146D095E8F7}"/>
          </ac:spMkLst>
        </pc:spChg>
      </pc:sldChg>
      <pc:sldChg chg="modSp add mod">
        <pc:chgData name="Korochkina, Maria" userId="c909cca0-0566-42e0-8dc0-791f330c8ce2" providerId="ADAL" clId="{97825DE4-A198-468F-898D-C5BD5F984618}" dt="2025-11-05T16:21:20.874" v="1653" actId="255"/>
        <pc:sldMkLst>
          <pc:docMk/>
          <pc:sldMk cId="3027749522" sldId="375"/>
        </pc:sldMkLst>
        <pc:spChg chg="mod">
          <ac:chgData name="Korochkina, Maria" userId="c909cca0-0566-42e0-8dc0-791f330c8ce2" providerId="ADAL" clId="{97825DE4-A198-468F-898D-C5BD5F984618}" dt="2025-11-05T16:21:20.874" v="1653" actId="255"/>
          <ac:spMkLst>
            <pc:docMk/>
            <pc:sldMk cId="3027749522" sldId="375"/>
            <ac:spMk id="19" creationId="{6FEC07AD-007D-72E3-BEF9-FF67450B43E2}"/>
          </ac:spMkLst>
        </pc:spChg>
      </pc:sldChg>
      <pc:sldChg chg="add">
        <pc:chgData name="Korochkina, Maria" userId="c909cca0-0566-42e0-8dc0-791f330c8ce2" providerId="ADAL" clId="{97825DE4-A198-468F-898D-C5BD5F984618}" dt="2025-10-14T15:23:42.611" v="3"/>
        <pc:sldMkLst>
          <pc:docMk/>
          <pc:sldMk cId="3564412488" sldId="405"/>
        </pc:sldMkLst>
      </pc:sldChg>
      <pc:sldChg chg="addSp modSp new mod">
        <pc:chgData name="Korochkina, Maria" userId="c909cca0-0566-42e0-8dc0-791f330c8ce2" providerId="ADAL" clId="{97825DE4-A198-468F-898D-C5BD5F984618}" dt="2025-10-14T15:46:18.126" v="74" actId="1076"/>
        <pc:sldMkLst>
          <pc:docMk/>
          <pc:sldMk cId="196464737" sldId="406"/>
        </pc:sldMkLst>
        <pc:spChg chg="add mod">
          <ac:chgData name="Korochkina, Maria" userId="c909cca0-0566-42e0-8dc0-791f330c8ce2" providerId="ADAL" clId="{97825DE4-A198-468F-898D-C5BD5F984618}" dt="2025-10-14T15:46:18.126" v="74" actId="1076"/>
          <ac:spMkLst>
            <pc:docMk/>
            <pc:sldMk cId="196464737" sldId="406"/>
            <ac:spMk id="2" creationId="{48AF5810-86BA-9456-1D53-D13B589E0F5A}"/>
          </ac:spMkLst>
        </pc:spChg>
      </pc:sldChg>
      <pc:sldChg chg="addSp delSp modSp new mod">
        <pc:chgData name="Korochkina, Maria" userId="c909cca0-0566-42e0-8dc0-791f330c8ce2" providerId="ADAL" clId="{97825DE4-A198-468F-898D-C5BD5F984618}" dt="2025-10-14T17:01:45.575" v="1621"/>
        <pc:sldMkLst>
          <pc:docMk/>
          <pc:sldMk cId="2711172357" sldId="407"/>
        </pc:sldMkLst>
        <pc:spChg chg="mod">
          <ac:chgData name="Korochkina, Maria" userId="c909cca0-0566-42e0-8dc0-791f330c8ce2" providerId="ADAL" clId="{97825DE4-A198-468F-898D-C5BD5F984618}" dt="2025-10-14T16:20:53.737" v="987" actId="20577"/>
          <ac:spMkLst>
            <pc:docMk/>
            <pc:sldMk cId="2711172357" sldId="407"/>
            <ac:spMk id="2" creationId="{7FCE2A88-43EA-7B26-71D8-7B07B3D9A620}"/>
          </ac:spMkLst>
        </pc:spChg>
        <pc:spChg chg="add mod">
          <ac:chgData name="Korochkina, Maria" userId="c909cca0-0566-42e0-8dc0-791f330c8ce2" providerId="ADAL" clId="{97825DE4-A198-468F-898D-C5BD5F984618}" dt="2025-10-14T17:01:45.575" v="1621"/>
          <ac:spMkLst>
            <pc:docMk/>
            <pc:sldMk cId="2711172357" sldId="407"/>
            <ac:spMk id="7" creationId="{F676AC0E-EA91-1CCE-0147-945F87B90447}"/>
          </ac:spMkLst>
        </pc:spChg>
        <pc:picChg chg="add mod modCrop">
          <ac:chgData name="Korochkina, Maria" userId="c909cca0-0566-42e0-8dc0-791f330c8ce2" providerId="ADAL" clId="{97825DE4-A198-468F-898D-C5BD5F984618}" dt="2025-10-14T15:55:54.734" v="104" actId="1076"/>
          <ac:picMkLst>
            <pc:docMk/>
            <pc:sldMk cId="2711172357" sldId="407"/>
            <ac:picMk id="6" creationId="{10C8AB45-9CAA-B218-7491-73A608243CD0}"/>
          </ac:picMkLst>
        </pc:picChg>
      </pc:sldChg>
      <pc:sldChg chg="addSp modSp add mod">
        <pc:chgData name="Korochkina, Maria" userId="c909cca0-0566-42e0-8dc0-791f330c8ce2" providerId="ADAL" clId="{97825DE4-A198-468F-898D-C5BD5F984618}" dt="2025-10-14T17:01:36.788" v="1617"/>
        <pc:sldMkLst>
          <pc:docMk/>
          <pc:sldMk cId="3173958969" sldId="408"/>
        </pc:sldMkLst>
        <pc:spChg chg="mod">
          <ac:chgData name="Korochkina, Maria" userId="c909cca0-0566-42e0-8dc0-791f330c8ce2" providerId="ADAL" clId="{97825DE4-A198-468F-898D-C5BD5F984618}" dt="2025-10-14T16:43:54.691" v="1177" actId="20577"/>
          <ac:spMkLst>
            <pc:docMk/>
            <pc:sldMk cId="3173958969" sldId="408"/>
            <ac:spMk id="2" creationId="{545BA2FE-15F0-C356-3666-DE4F3374AED5}"/>
          </ac:spMkLst>
        </pc:spChg>
        <pc:spChg chg="add mod">
          <ac:chgData name="Korochkina, Maria" userId="c909cca0-0566-42e0-8dc0-791f330c8ce2" providerId="ADAL" clId="{97825DE4-A198-468F-898D-C5BD5F984618}" dt="2025-10-14T17:01:36.788" v="1617"/>
          <ac:spMkLst>
            <pc:docMk/>
            <pc:sldMk cId="3173958969" sldId="408"/>
            <ac:spMk id="3" creationId="{4BDC2328-4502-DBED-629F-090262A3D719}"/>
          </ac:spMkLst>
        </pc:spChg>
        <pc:picChg chg="mod">
          <ac:chgData name="Korochkina, Maria" userId="c909cca0-0566-42e0-8dc0-791f330c8ce2" providerId="ADAL" clId="{97825DE4-A198-468F-898D-C5BD5F984618}" dt="2025-10-14T16:43:50.286" v="1166" actId="1076"/>
          <ac:picMkLst>
            <pc:docMk/>
            <pc:sldMk cId="3173958969" sldId="408"/>
            <ac:picMk id="4" creationId="{022FF576-DA21-BBBF-CC59-BB943F663948}"/>
          </ac:picMkLst>
        </pc:picChg>
      </pc:sldChg>
      <pc:sldChg chg="addSp delSp modSp add mod">
        <pc:chgData name="Korochkina, Maria" userId="c909cca0-0566-42e0-8dc0-791f330c8ce2" providerId="ADAL" clId="{97825DE4-A198-468F-898D-C5BD5F984618}" dt="2025-10-14T17:01:43.335" v="1620"/>
        <pc:sldMkLst>
          <pc:docMk/>
          <pc:sldMk cId="3499783830" sldId="409"/>
        </pc:sldMkLst>
        <pc:spChg chg="mod">
          <ac:chgData name="Korochkina, Maria" userId="c909cca0-0566-42e0-8dc0-791f330c8ce2" providerId="ADAL" clId="{97825DE4-A198-468F-898D-C5BD5F984618}" dt="2025-10-14T16:21:11.673" v="1035" actId="20577"/>
          <ac:spMkLst>
            <pc:docMk/>
            <pc:sldMk cId="3499783830" sldId="409"/>
            <ac:spMk id="2" creationId="{287FCFAA-9ACA-6BED-5D9C-722E98AF6BD0}"/>
          </ac:spMkLst>
        </pc:spChg>
        <pc:spChg chg="add mod">
          <ac:chgData name="Korochkina, Maria" userId="c909cca0-0566-42e0-8dc0-791f330c8ce2" providerId="ADAL" clId="{97825DE4-A198-468F-898D-C5BD5F984618}" dt="2025-10-14T17:01:43.335" v="1620"/>
          <ac:spMkLst>
            <pc:docMk/>
            <pc:sldMk cId="3499783830" sldId="409"/>
            <ac:spMk id="3" creationId="{90334262-A6AE-A126-1CFD-B8254B42F90A}"/>
          </ac:spMkLst>
        </pc:spChg>
        <pc:picChg chg="add mod">
          <ac:chgData name="Korochkina, Maria" userId="c909cca0-0566-42e0-8dc0-791f330c8ce2" providerId="ADAL" clId="{97825DE4-A198-468F-898D-C5BD5F984618}" dt="2025-10-14T16:20:39.995" v="955" actId="1076"/>
          <ac:picMkLst>
            <pc:docMk/>
            <pc:sldMk cId="3499783830" sldId="409"/>
            <ac:picMk id="1026" creationId="{6E479E23-40B3-ED36-8330-BC93FE87B1C8}"/>
          </ac:picMkLst>
        </pc:picChg>
      </pc:sldChg>
      <pc:sldChg chg="modSp new mod modAnim">
        <pc:chgData name="Korochkina, Maria" userId="c909cca0-0566-42e0-8dc0-791f330c8ce2" providerId="ADAL" clId="{97825DE4-A198-468F-898D-C5BD5F984618}" dt="2025-10-14T17:03:06.058" v="1633"/>
        <pc:sldMkLst>
          <pc:docMk/>
          <pc:sldMk cId="461221306" sldId="410"/>
        </pc:sldMkLst>
        <pc:spChg chg="mod">
          <ac:chgData name="Korochkina, Maria" userId="c909cca0-0566-42e0-8dc0-791f330c8ce2" providerId="ADAL" clId="{97825DE4-A198-468F-898D-C5BD5F984618}" dt="2025-10-14T16:02:35.057" v="129" actId="2711"/>
          <ac:spMkLst>
            <pc:docMk/>
            <pc:sldMk cId="461221306" sldId="410"/>
            <ac:spMk id="2" creationId="{823BB0D8-FFF0-E4F8-56C3-80F7B5527919}"/>
          </ac:spMkLst>
        </pc:spChg>
        <pc:spChg chg="mod">
          <ac:chgData name="Korochkina, Maria" userId="c909cca0-0566-42e0-8dc0-791f330c8ce2" providerId="ADAL" clId="{97825DE4-A198-468F-898D-C5BD5F984618}" dt="2025-10-14T16:18:56.578" v="945" actId="1076"/>
          <ac:spMkLst>
            <pc:docMk/>
            <pc:sldMk cId="461221306" sldId="410"/>
            <ac:spMk id="3" creationId="{5B6E7FAE-1FD8-260D-DF6C-71659335B47B}"/>
          </ac:spMkLst>
        </pc:spChg>
      </pc:sldChg>
      <pc:sldChg chg="addSp delSp modSp add mod">
        <pc:chgData name="Korochkina, Maria" userId="c909cca0-0566-42e0-8dc0-791f330c8ce2" providerId="ADAL" clId="{97825DE4-A198-468F-898D-C5BD5F984618}" dt="2025-10-14T17:01:40.965" v="1619"/>
        <pc:sldMkLst>
          <pc:docMk/>
          <pc:sldMk cId="1416815825" sldId="411"/>
        </pc:sldMkLst>
        <pc:spChg chg="mod">
          <ac:chgData name="Korochkina, Maria" userId="c909cca0-0566-42e0-8dc0-791f330c8ce2" providerId="ADAL" clId="{97825DE4-A198-468F-898D-C5BD5F984618}" dt="2025-10-14T16:42:30.486" v="1086" actId="20577"/>
          <ac:spMkLst>
            <pc:docMk/>
            <pc:sldMk cId="1416815825" sldId="411"/>
            <ac:spMk id="2" creationId="{395F5506-697F-CD23-3F7B-C25AFF0813C9}"/>
          </ac:spMkLst>
        </pc:spChg>
        <pc:spChg chg="add mod">
          <ac:chgData name="Korochkina, Maria" userId="c909cca0-0566-42e0-8dc0-791f330c8ce2" providerId="ADAL" clId="{97825DE4-A198-468F-898D-C5BD5F984618}" dt="2025-10-14T17:01:40.965" v="1619"/>
          <ac:spMkLst>
            <pc:docMk/>
            <pc:sldMk cId="1416815825" sldId="411"/>
            <ac:spMk id="5" creationId="{A8D95066-325D-97DC-B702-3784A45E727E}"/>
          </ac:spMkLst>
        </pc:spChg>
        <pc:picChg chg="add mod ord modCrop">
          <ac:chgData name="Korochkina, Maria" userId="c909cca0-0566-42e0-8dc0-791f330c8ce2" providerId="ADAL" clId="{97825DE4-A198-468F-898D-C5BD5F984618}" dt="2025-10-14T16:43:08.517" v="1095" actId="1076"/>
          <ac:picMkLst>
            <pc:docMk/>
            <pc:sldMk cId="1416815825" sldId="411"/>
            <ac:picMk id="4" creationId="{AEAE242F-1E97-9B17-DA8B-15AE23AF87CD}"/>
          </ac:picMkLst>
        </pc:picChg>
      </pc:sldChg>
      <pc:sldChg chg="addSp modSp add mod">
        <pc:chgData name="Korochkina, Maria" userId="c909cca0-0566-42e0-8dc0-791f330c8ce2" providerId="ADAL" clId="{97825DE4-A198-468F-898D-C5BD5F984618}" dt="2025-10-14T17:01:38.856" v="1618"/>
        <pc:sldMkLst>
          <pc:docMk/>
          <pc:sldMk cId="3869932994" sldId="412"/>
        </pc:sldMkLst>
        <pc:spChg chg="mod">
          <ac:chgData name="Korochkina, Maria" userId="c909cca0-0566-42e0-8dc0-791f330c8ce2" providerId="ADAL" clId="{97825DE4-A198-468F-898D-C5BD5F984618}" dt="2025-10-14T16:43:35.054" v="1150" actId="20577"/>
          <ac:spMkLst>
            <pc:docMk/>
            <pc:sldMk cId="3869932994" sldId="412"/>
            <ac:spMk id="2" creationId="{472E4215-4FF4-0ED9-AC63-C6D628139A6C}"/>
          </ac:spMkLst>
        </pc:spChg>
        <pc:spChg chg="add mod">
          <ac:chgData name="Korochkina, Maria" userId="c909cca0-0566-42e0-8dc0-791f330c8ce2" providerId="ADAL" clId="{97825DE4-A198-468F-898D-C5BD5F984618}" dt="2025-10-14T17:01:38.856" v="1618"/>
          <ac:spMkLst>
            <pc:docMk/>
            <pc:sldMk cId="3869932994" sldId="412"/>
            <ac:spMk id="3" creationId="{88708364-DC8B-8DED-D14D-91B6E14D81B0}"/>
          </ac:spMkLst>
        </pc:spChg>
      </pc:sldChg>
      <pc:sldChg chg="addSp delSp modSp add mod">
        <pc:chgData name="Korochkina, Maria" userId="c909cca0-0566-42e0-8dc0-791f330c8ce2" providerId="ADAL" clId="{97825DE4-A198-468F-898D-C5BD5F984618}" dt="2025-10-14T17:01:32.128" v="1615"/>
        <pc:sldMkLst>
          <pc:docMk/>
          <pc:sldMk cId="2930897821" sldId="413"/>
        </pc:sldMkLst>
        <pc:spChg chg="mod">
          <ac:chgData name="Korochkina, Maria" userId="c909cca0-0566-42e0-8dc0-791f330c8ce2" providerId="ADAL" clId="{97825DE4-A198-468F-898D-C5BD5F984618}" dt="2025-10-14T16:46:14.925" v="1340" actId="20577"/>
          <ac:spMkLst>
            <pc:docMk/>
            <pc:sldMk cId="2930897821" sldId="413"/>
            <ac:spMk id="2" creationId="{F6AEAEDD-F656-0F56-CAFD-A4F2163F9349}"/>
          </ac:spMkLst>
        </pc:spChg>
        <pc:spChg chg="add mod">
          <ac:chgData name="Korochkina, Maria" userId="c909cca0-0566-42e0-8dc0-791f330c8ce2" providerId="ADAL" clId="{97825DE4-A198-468F-898D-C5BD5F984618}" dt="2025-10-14T17:01:32.128" v="1615"/>
          <ac:spMkLst>
            <pc:docMk/>
            <pc:sldMk cId="2930897821" sldId="413"/>
            <ac:spMk id="6" creationId="{CD1F43A9-F867-F61C-447A-6C4878064D60}"/>
          </ac:spMkLst>
        </pc:spChg>
        <pc:picChg chg="add mod modCrop">
          <ac:chgData name="Korochkina, Maria" userId="c909cca0-0566-42e0-8dc0-791f330c8ce2" providerId="ADAL" clId="{97825DE4-A198-468F-898D-C5BD5F984618}" dt="2025-10-14T16:44:43.071" v="1186" actId="1076"/>
          <ac:picMkLst>
            <pc:docMk/>
            <pc:sldMk cId="2930897821" sldId="413"/>
            <ac:picMk id="5" creationId="{F1043BD3-C024-9B4E-2404-5AA24681E551}"/>
          </ac:picMkLst>
        </pc:picChg>
      </pc:sldChg>
      <pc:sldChg chg="addSp modSp add mod">
        <pc:chgData name="Korochkina, Maria" userId="c909cca0-0566-42e0-8dc0-791f330c8ce2" providerId="ADAL" clId="{97825DE4-A198-468F-898D-C5BD5F984618}" dt="2025-10-14T17:01:34.466" v="1616"/>
        <pc:sldMkLst>
          <pc:docMk/>
          <pc:sldMk cId="3870575396" sldId="414"/>
        </pc:sldMkLst>
        <pc:spChg chg="add mod">
          <ac:chgData name="Korochkina, Maria" userId="c909cca0-0566-42e0-8dc0-791f330c8ce2" providerId="ADAL" clId="{97825DE4-A198-468F-898D-C5BD5F984618}" dt="2025-10-14T17:01:34.466" v="1616"/>
          <ac:spMkLst>
            <pc:docMk/>
            <pc:sldMk cId="3870575396" sldId="414"/>
            <ac:spMk id="3" creationId="{7464CC08-E4D4-4F44-5D74-67CA894EDBF4}"/>
          </ac:spMkLst>
        </pc:spChg>
        <pc:picChg chg="mod modCrop">
          <ac:chgData name="Korochkina, Maria" userId="c909cca0-0566-42e0-8dc0-791f330c8ce2" providerId="ADAL" clId="{97825DE4-A198-468F-898D-C5BD5F984618}" dt="2025-10-14T16:46:36.487" v="1343" actId="732"/>
          <ac:picMkLst>
            <pc:docMk/>
            <pc:sldMk cId="3870575396" sldId="414"/>
            <ac:picMk id="5" creationId="{8B33185D-F142-A955-CADD-D0A324DB7242}"/>
          </ac:picMkLst>
        </pc:picChg>
      </pc:sldChg>
      <pc:sldChg chg="addSp delSp modSp add mod">
        <pc:chgData name="Korochkina, Maria" userId="c909cca0-0566-42e0-8dc0-791f330c8ce2" providerId="ADAL" clId="{97825DE4-A198-468F-898D-C5BD5F984618}" dt="2025-10-14T17:01:24.309" v="1612"/>
        <pc:sldMkLst>
          <pc:docMk/>
          <pc:sldMk cId="777016137" sldId="415"/>
        </pc:sldMkLst>
        <pc:spChg chg="add mod">
          <ac:chgData name="Korochkina, Maria" userId="c909cca0-0566-42e0-8dc0-791f330c8ce2" providerId="ADAL" clId="{97825DE4-A198-468F-898D-C5BD5F984618}" dt="2025-10-14T17:01:24.309" v="1612"/>
          <ac:spMkLst>
            <pc:docMk/>
            <pc:sldMk cId="777016137" sldId="415"/>
            <ac:spMk id="7" creationId="{A5C4A519-3B2E-B946-F402-A6D3289E04F1}"/>
          </ac:spMkLst>
        </pc:spChg>
        <pc:picChg chg="add mod modCrop">
          <ac:chgData name="Korochkina, Maria" userId="c909cca0-0566-42e0-8dc0-791f330c8ce2" providerId="ADAL" clId="{97825DE4-A198-468F-898D-C5BD5F984618}" dt="2025-10-14T16:48:08.712" v="1354" actId="732"/>
          <ac:picMkLst>
            <pc:docMk/>
            <pc:sldMk cId="777016137" sldId="415"/>
            <ac:picMk id="6" creationId="{BE6121F1-80F6-2BF0-E705-3AF04065CC68}"/>
          </ac:picMkLst>
        </pc:picChg>
      </pc:sldChg>
      <pc:sldChg chg="addSp delSp modSp add mod">
        <pc:chgData name="Korochkina, Maria" userId="c909cca0-0566-42e0-8dc0-791f330c8ce2" providerId="ADAL" clId="{97825DE4-A198-468F-898D-C5BD5F984618}" dt="2025-10-14T17:01:14.110" v="1610" actId="1076"/>
        <pc:sldMkLst>
          <pc:docMk/>
          <pc:sldMk cId="384456303" sldId="416"/>
        </pc:sldMkLst>
        <pc:spChg chg="add mod">
          <ac:chgData name="Korochkina, Maria" userId="c909cca0-0566-42e0-8dc0-791f330c8ce2" providerId="ADAL" clId="{97825DE4-A198-468F-898D-C5BD5F984618}" dt="2025-10-14T17:01:14.110" v="1610" actId="1076"/>
          <ac:spMkLst>
            <pc:docMk/>
            <pc:sldMk cId="384456303" sldId="416"/>
            <ac:spMk id="6" creationId="{51D2CAD3-4A40-BEBA-3A1A-F79579851F84}"/>
          </ac:spMkLst>
        </pc:spChg>
        <pc:picChg chg="mod modCrop">
          <ac:chgData name="Korochkina, Maria" userId="c909cca0-0566-42e0-8dc0-791f330c8ce2" providerId="ADAL" clId="{97825DE4-A198-468F-898D-C5BD5F984618}" dt="2025-10-14T16:47:54.468" v="1351" actId="1076"/>
          <ac:picMkLst>
            <pc:docMk/>
            <pc:sldMk cId="384456303" sldId="416"/>
            <ac:picMk id="4" creationId="{8A74621C-78ED-36F1-50B2-602C670860DF}"/>
          </ac:picMkLst>
        </pc:picChg>
      </pc:sldChg>
      <pc:sldChg chg="addSp delSp modSp add mod ord">
        <pc:chgData name="Korochkina, Maria" userId="c909cca0-0566-42e0-8dc0-791f330c8ce2" providerId="ADAL" clId="{97825DE4-A198-468F-898D-C5BD5F984618}" dt="2025-10-14T17:04:02.938" v="1641"/>
        <pc:sldMkLst>
          <pc:docMk/>
          <pc:sldMk cId="1046976902" sldId="417"/>
        </pc:sldMkLst>
        <pc:spChg chg="add mod">
          <ac:chgData name="Korochkina, Maria" userId="c909cca0-0566-42e0-8dc0-791f330c8ce2" providerId="ADAL" clId="{97825DE4-A198-468F-898D-C5BD5F984618}" dt="2025-10-14T17:01:29.567" v="1614"/>
          <ac:spMkLst>
            <pc:docMk/>
            <pc:sldMk cId="1046976902" sldId="417"/>
            <ac:spMk id="6" creationId="{B25794C5-1BAF-AEBE-5292-D7C699AF31AA}"/>
          </ac:spMkLst>
        </pc:spChg>
        <pc:picChg chg="add mod">
          <ac:chgData name="Korochkina, Maria" userId="c909cca0-0566-42e0-8dc0-791f330c8ce2" providerId="ADAL" clId="{97825DE4-A198-468F-898D-C5BD5F984618}" dt="2025-10-14T17:04:02.938" v="1641"/>
          <ac:picMkLst>
            <pc:docMk/>
            <pc:sldMk cId="1046976902" sldId="417"/>
            <ac:picMk id="7" creationId="{DDA410F1-5B3B-DD33-B50F-5F327C15F180}"/>
          </ac:picMkLst>
        </pc:picChg>
      </pc:sldChg>
      <pc:sldChg chg="addSp delSp modSp add mod">
        <pc:chgData name="Korochkina, Maria" userId="c909cca0-0566-42e0-8dc0-791f330c8ce2" providerId="ADAL" clId="{97825DE4-A198-468F-898D-C5BD5F984618}" dt="2025-10-14T17:03:55.104" v="1639" actId="1076"/>
        <pc:sldMkLst>
          <pc:docMk/>
          <pc:sldMk cId="2202784894" sldId="418"/>
        </pc:sldMkLst>
        <pc:spChg chg="add mod">
          <ac:chgData name="Korochkina, Maria" userId="c909cca0-0566-42e0-8dc0-791f330c8ce2" providerId="ADAL" clId="{97825DE4-A198-468F-898D-C5BD5F984618}" dt="2025-10-14T17:01:27.427" v="1613"/>
          <ac:spMkLst>
            <pc:docMk/>
            <pc:sldMk cId="2202784894" sldId="418"/>
            <ac:spMk id="6" creationId="{7246AF5E-0CD3-0F3D-32EF-1ACC3C3B0F04}"/>
          </ac:spMkLst>
        </pc:spChg>
        <pc:picChg chg="add mod modCrop">
          <ac:chgData name="Korochkina, Maria" userId="c909cca0-0566-42e0-8dc0-791f330c8ce2" providerId="ADAL" clId="{97825DE4-A198-468F-898D-C5BD5F984618}" dt="2025-10-14T17:03:55.104" v="1639" actId="1076"/>
          <ac:picMkLst>
            <pc:docMk/>
            <pc:sldMk cId="2202784894" sldId="418"/>
            <ac:picMk id="4" creationId="{69CD0879-2AC1-181F-70EF-8385D30B69BB}"/>
          </ac:picMkLst>
        </pc:picChg>
        <pc:picChg chg="add mod">
          <ac:chgData name="Korochkina, Maria" userId="c909cca0-0566-42e0-8dc0-791f330c8ce2" providerId="ADAL" clId="{97825DE4-A198-468F-898D-C5BD5F984618}" dt="2025-10-14T17:03:55.104" v="1639" actId="1076"/>
          <ac:picMkLst>
            <pc:docMk/>
            <pc:sldMk cId="2202784894" sldId="418"/>
            <ac:picMk id="7" creationId="{11D2C5DA-9B0E-0BD6-46CD-2EAF1345EBAD}"/>
          </ac:picMkLst>
        </pc:picChg>
      </pc:sldChg>
      <pc:sldChg chg="addSp delSp modSp add mod">
        <pc:chgData name="Korochkina, Maria" userId="c909cca0-0566-42e0-8dc0-791f330c8ce2" providerId="ADAL" clId="{97825DE4-A198-468F-898D-C5BD5F984618}" dt="2025-10-14T17:01:20.937" v="1611"/>
        <pc:sldMkLst>
          <pc:docMk/>
          <pc:sldMk cId="2199161051" sldId="419"/>
        </pc:sldMkLst>
        <pc:spChg chg="mod">
          <ac:chgData name="Korochkina, Maria" userId="c909cca0-0566-42e0-8dc0-791f330c8ce2" providerId="ADAL" clId="{97825DE4-A198-468F-898D-C5BD5F984618}" dt="2025-10-14T16:59:07.429" v="1537" actId="20577"/>
          <ac:spMkLst>
            <pc:docMk/>
            <pc:sldMk cId="2199161051" sldId="419"/>
            <ac:spMk id="2" creationId="{51AE754A-1DB2-DE34-A1A7-DD74F5D2FEDA}"/>
          </ac:spMkLst>
        </pc:spChg>
        <pc:spChg chg="add mod">
          <ac:chgData name="Korochkina, Maria" userId="c909cca0-0566-42e0-8dc0-791f330c8ce2" providerId="ADAL" clId="{97825DE4-A198-468F-898D-C5BD5F984618}" dt="2025-10-14T17:01:20.937" v="1611"/>
          <ac:spMkLst>
            <pc:docMk/>
            <pc:sldMk cId="2199161051" sldId="419"/>
            <ac:spMk id="6" creationId="{085F16E4-A6CA-2D09-67DE-41425DE5685D}"/>
          </ac:spMkLst>
        </pc:spChg>
        <pc:picChg chg="add mod modCrop">
          <ac:chgData name="Korochkina, Maria" userId="c909cca0-0566-42e0-8dc0-791f330c8ce2" providerId="ADAL" clId="{97825DE4-A198-468F-898D-C5BD5F984618}" dt="2025-10-14T16:52:23.359" v="1387" actId="1076"/>
          <ac:picMkLst>
            <pc:docMk/>
            <pc:sldMk cId="2199161051" sldId="419"/>
            <ac:picMk id="5" creationId="{E635A41D-0902-C2F0-983A-A5AFF666C5C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2B36-4507-1F40-FDD4-253D61E75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35E0F-4BC7-C8BD-776F-4CB2C707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B2954-D44B-48C6-5794-59C4DA661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E400D-D47A-E09C-5C9F-FA1DEDBA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72D9-91C6-1FEB-484A-DA5D4592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8334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29FD-FAA8-BCC7-30D9-97E2AEF1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32B6-D388-3580-822D-F0E83A21B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454C4-B678-D42F-4E00-65E33B74A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E0084-EA50-C4CB-9020-47351C8A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74C5-6A79-9A6C-C8B3-D1565E2C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8434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B6CD-B9D4-531C-C5D8-3C8C490B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F3A43-E782-2DB9-7055-986F62126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405BC-CA04-DEAB-85EC-97FBF72A7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895CE-3E74-DB0C-0E53-F470D333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3C85E-E338-DA8E-936A-C4F35A3F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23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9197-53CB-6435-90AD-CCF06452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BBAB3-A435-F5AE-572E-D6AC01548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5BF68-E2C9-81C0-ADA1-73B112821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63076-A9E2-CF43-56ED-8B13B0A6B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E6D60-E05F-E4DB-4D7B-C84C8AA5E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97A61-261E-E7A1-52EA-1306EC06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090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873A-DEED-95BD-9FF0-F901FBBC4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5E5DF-2EF7-8FB3-647A-1ECE88A1C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07D7F-CF15-2F3B-9FAD-1586432C6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90F03-C11B-C714-F977-687A92C576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D1A0F-AED5-F0D2-1E87-845D21DA9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B1FCA-7C59-4CDB-004D-B1259773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81E84-12FD-0A73-1309-CAC01275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70DB1-9AEA-5436-3204-8A6EDCC0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4093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C277-A2EA-78D0-9BEE-C56DC12C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B8075-2DA3-82B3-D22C-9C3F0329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8497A-9E47-36AD-5538-999F9092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6C4A7-B749-DFB2-12DA-CC844C80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657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46006-DCA7-C18B-70FF-A722C9FA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55479-3F25-42A9-0814-8B63BD9B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EA769-1D54-75C5-01F8-F15925C0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379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E5A0-485E-BC2F-40C7-FC79F713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2369-BFBA-A803-573D-6E4627232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96DE2-CCB9-665B-BCDD-9EED517B0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6E327-B062-06BF-2B10-5C51D71B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F3033-FBF3-0EF8-B251-1F3CD26A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25E49-C3EB-BBF4-4B26-7B36A6D33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2093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255A-6F2E-1EE8-2D25-8FA7F6B4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6202A2-8268-7AA4-AD29-A65470E01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75C77-3571-77A0-DA90-28ADB9997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7D752-F374-0C64-AB9C-CC9BC3C1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03CA0-F413-7C70-4805-6C6DAD68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A1E2C-A1D7-9B80-8DA0-8D95F3B9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115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15A9-8B6D-D38C-72B9-CF960A88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3035A-A834-E72B-249A-F40620D0B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B7038-4F30-18BD-FAD1-EB31CA67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82DC-05EA-3D77-F44A-E2B9A638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5ED3-E623-AFB4-5B09-45066B4C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892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87514-E1F6-B7D9-3E82-A045B73113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B4BDC-A5A1-FAFC-6670-4F148F0BF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6D5F6-C1ED-336E-6B15-095DA517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74467-9033-A73F-45B7-76463FBA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E5631-B2F1-743B-1252-E63F213B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0146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0FBF41-7DF1-872B-69B4-F1239AC0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BB42E-FA91-851D-0274-56741D576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D762-EFD3-D7BC-808D-626CF53DC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937AC-9840-43B4-9212-D00AD73B35EF}" type="datetimeFigureOut">
              <a:rPr lang="en-DE" smtClean="0"/>
              <a:t>05/11/2025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F223F-3268-38CD-3A8F-D1F2BD774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D4EB7-1B8C-8ECF-A3F2-ACC622184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10CAC-6484-4599-964C-88E83EACC4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899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kna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tempo.io/blog/good-and-bad-data-visualization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mpo.io/blog/good-and-bad-data-visualizatio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kna.github.io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C52C-02B7-FF58-DBFA-D146D095E8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Data Visualisation in R</a:t>
            </a:r>
            <a:endParaRPr lang="en-DE" dirty="0">
              <a:latin typeface="Abadi" panose="020B06040201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9AD9D-2A35-C4CE-8478-73D1A22E1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6700"/>
            <a:ext cx="9144000" cy="1181100"/>
          </a:xfrm>
        </p:spPr>
        <p:txBody>
          <a:bodyPr/>
          <a:lstStyle/>
          <a:p>
            <a:r>
              <a:rPr lang="en-GB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Maria Korochkina, PhD</a:t>
            </a:r>
          </a:p>
          <a:p>
            <a:r>
              <a:rPr lang="en-GB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https://mariakna.github.io/</a:t>
            </a:r>
            <a:r>
              <a:rPr lang="en-GB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99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F5810-86BA-9456-1D53-D13B589E0F5A}"/>
              </a:ext>
            </a:extLst>
          </p:cNvPr>
          <p:cNvSpPr txBox="1"/>
          <p:nvPr/>
        </p:nvSpPr>
        <p:spPr>
          <a:xfrm>
            <a:off x="3608614" y="2628781"/>
            <a:ext cx="497477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«</a:t>
            </a:r>
            <a:r>
              <a:rPr lang="en-GB" sz="2800" dirty="0">
                <a:latin typeface="Abadi" panose="020B0604020104020204" pitchFamily="34" charset="0"/>
              </a:rPr>
              <a:t>The purpose of </a:t>
            </a:r>
            <a:r>
              <a:rPr lang="de-DE" sz="2800" dirty="0">
                <a:latin typeface="Abadi" panose="020B0604020104020204" pitchFamily="34" charset="0"/>
              </a:rPr>
              <a:t>visualisation </a:t>
            </a:r>
            <a:r>
              <a:rPr lang="en-GB" sz="2800" dirty="0">
                <a:latin typeface="Abadi" panose="020B0604020104020204" pitchFamily="34" charset="0"/>
              </a:rPr>
              <a:t>is insight, not pictures</a:t>
            </a:r>
            <a:r>
              <a:rPr lang="ru-RU" sz="2800" dirty="0"/>
              <a:t>»</a:t>
            </a:r>
            <a:endParaRPr lang="de-DE" sz="2800" dirty="0"/>
          </a:p>
          <a:p>
            <a:pPr algn="ctr"/>
            <a:endParaRPr lang="de-DE" sz="2800" dirty="0">
              <a:latin typeface="Abadi" panose="020B0604020104020204" pitchFamily="34" charset="0"/>
            </a:endParaRPr>
          </a:p>
          <a:p>
            <a:pPr algn="r"/>
            <a:r>
              <a:rPr lang="de-DE" sz="1400" dirty="0">
                <a:latin typeface="Abadi" panose="020B0604020104020204" pitchFamily="34" charset="0"/>
              </a:rPr>
              <a:t>Ben Schneiderman</a:t>
            </a:r>
            <a:endParaRPr lang="en-DE" sz="1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64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B0D8-FFF0-E4F8-56C3-80F7B552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badi" panose="020B0604020104020204" pitchFamily="34" charset="0"/>
              </a:rPr>
              <a:t>Key things to consider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E7FAE-1FD8-260D-DF6C-71659335B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lang="de-DE" b="1" dirty="0">
                <a:latin typeface="Abadi" panose="020B0604020104020204" pitchFamily="34" charset="0"/>
              </a:rPr>
              <a:t>What</a:t>
            </a:r>
            <a:r>
              <a:rPr lang="en-GB" b="1" dirty="0">
                <a:latin typeface="Abadi" panose="020B0604020104020204" pitchFamily="34" charset="0"/>
              </a:rPr>
              <a:t>’</a:t>
            </a:r>
            <a:r>
              <a:rPr lang="de-DE" b="1" dirty="0">
                <a:latin typeface="Abadi" panose="020B0604020104020204" pitchFamily="34" charset="0"/>
              </a:rPr>
              <a:t>s my message?</a:t>
            </a:r>
          </a:p>
          <a:p>
            <a:pPr lvl="1"/>
            <a:r>
              <a:rPr lang="en-GB" dirty="0">
                <a:latin typeface="Abadi" panose="020B0604020104020204" pitchFamily="34" charset="0"/>
              </a:rPr>
              <a:t>What is the main story or insight that you want to communicate?</a:t>
            </a:r>
            <a:endParaRPr lang="de-DE" dirty="0">
              <a:latin typeface="Abadi" panose="020B0604020104020204" pitchFamily="34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de-DE" b="1" dirty="0">
                <a:latin typeface="Abadi" panose="020B0604020104020204" pitchFamily="34" charset="0"/>
              </a:rPr>
              <a:t>What does my audience need to understand it?</a:t>
            </a:r>
          </a:p>
          <a:p>
            <a:pPr lvl="1"/>
            <a:r>
              <a:rPr lang="en-GB" dirty="0">
                <a:latin typeface="Abadi" panose="020B0604020104020204" pitchFamily="34" charset="0"/>
              </a:rPr>
              <a:t>Consider their background, expectations, and how much context they need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b="1" dirty="0">
                <a:latin typeface="Abadi" panose="020B0604020104020204" pitchFamily="34" charset="0"/>
              </a:rPr>
              <a:t>What information do I need to show that message?</a:t>
            </a:r>
            <a:endParaRPr lang="en-GB" dirty="0">
              <a:latin typeface="Abadi" panose="020B0604020104020204" pitchFamily="34" charset="0"/>
            </a:endParaRPr>
          </a:p>
          <a:p>
            <a:pPr lvl="1"/>
            <a:r>
              <a:rPr lang="en-GB" dirty="0">
                <a:latin typeface="Abadi" panose="020B0604020104020204" pitchFamily="34" charset="0"/>
              </a:rPr>
              <a:t>Choose data and visuals that directly support your point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b="1" dirty="0">
                <a:latin typeface="Abadi" panose="020B0604020104020204" pitchFamily="34" charset="0"/>
              </a:rPr>
              <a:t>Did I include everything essential — and only that?</a:t>
            </a:r>
            <a:endParaRPr lang="en-GB" dirty="0">
              <a:latin typeface="Abadi" panose="020B0604020104020204" pitchFamily="34" charset="0"/>
            </a:endParaRPr>
          </a:p>
          <a:p>
            <a:pPr lvl="1"/>
            <a:r>
              <a:rPr lang="en-GB" dirty="0">
                <a:latin typeface="Abadi" panose="020B0604020104020204" pitchFamily="34" charset="0"/>
              </a:rPr>
              <a:t>Keep the focus on what matters, and remove clutter or irrelevant details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b="1" dirty="0">
                <a:latin typeface="Abadi" panose="020B0604020104020204" pitchFamily="34" charset="0"/>
              </a:rPr>
              <a:t>Am I being transparent and truthful?</a:t>
            </a:r>
            <a:endParaRPr lang="en-GB" dirty="0">
              <a:latin typeface="Abadi" panose="020B0604020104020204" pitchFamily="34" charset="0"/>
            </a:endParaRPr>
          </a:p>
          <a:p>
            <a:pPr lvl="1"/>
            <a:r>
              <a:rPr lang="en-GB" dirty="0">
                <a:latin typeface="Abadi" panose="020B0604020104020204" pitchFamily="34" charset="0"/>
              </a:rPr>
              <a:t>Make sure scales, colours, and design choices reflect the data accurately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b="1" dirty="0">
                <a:latin typeface="Abadi" panose="020B0604020104020204" pitchFamily="34" charset="0"/>
              </a:rPr>
              <a:t>Could my visualisation mislead or confuse?</a:t>
            </a:r>
            <a:endParaRPr lang="en-GB" dirty="0">
              <a:latin typeface="Abadi" panose="020B0604020104020204" pitchFamily="34" charset="0"/>
            </a:endParaRPr>
          </a:p>
          <a:p>
            <a:pPr lvl="1"/>
            <a:r>
              <a:rPr lang="en-GB" dirty="0">
                <a:latin typeface="Abadi" panose="020B0604020104020204" pitchFamily="34" charset="0"/>
              </a:rPr>
              <a:t>Check for distortions &amp; missing context that might create the wrong impression</a:t>
            </a:r>
            <a:endParaRPr lang="de-DE" sz="2200" dirty="0">
              <a:latin typeface="Abadi" panose="020B0604020104020204" pitchFamily="34" charset="0"/>
            </a:endParaRPr>
          </a:p>
          <a:p>
            <a:endParaRPr lang="en-DE" sz="2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22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2A88-43EA-7B26-71D8-7B07B3D9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badi" panose="020B0604020104020204" pitchFamily="34" charset="0"/>
              </a:rPr>
              <a:t>Colour – can you see the differences?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10C8AB45-9CAA-B218-7491-73A608243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6" b="34285"/>
          <a:stretch>
            <a:fillRect/>
          </a:stretch>
        </p:blipFill>
        <p:spPr>
          <a:xfrm>
            <a:off x="2942318" y="1690688"/>
            <a:ext cx="6307364" cy="4093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76AC0E-EA91-1CCE-0147-945F87B90447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72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F393-5D5B-F794-2069-D4886BEE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CFAA-9ACA-6BED-5D9C-722E98AF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badi" panose="020B0604020104020204" pitchFamily="34" charset="0"/>
              </a:rPr>
              <a:t>Colour – is the pallette intuitive?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479E23-40B3-ED36-8330-BC93FE87B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226" y="1690688"/>
            <a:ext cx="8535548" cy="392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334262-A6AE-A126-1CFD-B8254B42F90A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78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8E8AE-EC60-DC2F-7DDE-9953F6DC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AE242F-1E97-9B17-DA8B-15AE23AF8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9"/>
          <a:stretch>
            <a:fillRect/>
          </a:stretch>
        </p:blipFill>
        <p:spPr>
          <a:xfrm>
            <a:off x="3023507" y="1585364"/>
            <a:ext cx="6144985" cy="4907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5F5506-697F-CD23-3F7B-C25AFF08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badi" panose="020B0604020104020204" pitchFamily="34" charset="0"/>
              </a:rPr>
              <a:t>Colour – is it meaningful?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95066-325D-97DC-B702-3784A45E727E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81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AA1C-431C-1681-AE3C-0BDBB0C29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0B2743-C339-741C-CE8C-52988632A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9"/>
          <a:stretch>
            <a:fillRect/>
          </a:stretch>
        </p:blipFill>
        <p:spPr>
          <a:xfrm>
            <a:off x="3023507" y="1585364"/>
            <a:ext cx="6144985" cy="4907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2E4215-4FF4-0ED9-AC63-C6D62813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badi" panose="020B0604020104020204" pitchFamily="34" charset="0"/>
              </a:rPr>
              <a:t>Does it need to be so complex?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08364-DC8B-8DED-D14D-91B6E14D81B0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93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A1FB-7752-340C-7481-472B7018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A2FE-15F0-C356-3666-DE4F3374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badi" panose="020B0604020104020204" pitchFamily="34" charset="0"/>
              </a:rPr>
              <a:t>Seriously, does it?..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4" name="Picture 3" descr="A chart with colorful lines and numbers&#10;&#10;AI-generated content may be incorrect.">
            <a:extLst>
              <a:ext uri="{FF2B5EF4-FFF2-40B4-BE49-F238E27FC236}">
                <a16:creationId xmlns:a16="http://schemas.microsoft.com/office/drawing/2014/main" id="{022FF576-DA21-BBBF-CC59-BB943F663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792" y="1690688"/>
            <a:ext cx="7342415" cy="4682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DC2328-4502-DBED-629F-090262A3D719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958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EF1E3-5927-F4A5-C4B1-E8CA0B2F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AEAD-D80C-CB1E-A8B6-4ED94B92F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Are you misleading me on purpose?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 descr="A graph of different sizes and numbers&#10;&#10;AI-generated content may be incorrect.">
            <a:extLst>
              <a:ext uri="{FF2B5EF4-FFF2-40B4-BE49-F238E27FC236}">
                <a16:creationId xmlns:a16="http://schemas.microsoft.com/office/drawing/2014/main" id="{8B33185D-F142-A955-CADD-D0A324DB7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3" r="51275"/>
          <a:stretch>
            <a:fillRect/>
          </a:stretch>
        </p:blipFill>
        <p:spPr>
          <a:xfrm>
            <a:off x="2252124" y="2046514"/>
            <a:ext cx="3745905" cy="40433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64CC08-E4D4-4F44-5D74-67CA894EDBF4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57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8E51-863E-1BA6-FD89-65D7DEF5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AEDD-F656-0F56-CAFD-A4F2163F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Are you misleading me on purpose?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 descr="A graph of different sizes and numbers&#10;&#10;AI-generated content may be incorrect.">
            <a:extLst>
              <a:ext uri="{FF2B5EF4-FFF2-40B4-BE49-F238E27FC236}">
                <a16:creationId xmlns:a16="http://schemas.microsoft.com/office/drawing/2014/main" id="{F1043BD3-C024-9B4E-2404-5AA24681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73"/>
          <a:stretch>
            <a:fillRect/>
          </a:stretch>
        </p:blipFill>
        <p:spPr>
          <a:xfrm>
            <a:off x="2252124" y="2046514"/>
            <a:ext cx="7687752" cy="4043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1F43A9-F867-F61C-447A-6C4878064D60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897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D9A8-F317-9911-7DD8-C181C3DC3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96BF-67A4-9A34-4915-A68511BB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Are you misleading me on purpose?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794C5-1BAF-AEBE-5292-D7C699AF31AA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2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A410F1-5B3B-DD33-B50F-5F327C15F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78" t="4857" r="4152" b="53991"/>
          <a:stretch>
            <a:fillRect/>
          </a:stretch>
        </p:blipFill>
        <p:spPr>
          <a:xfrm>
            <a:off x="1240972" y="1896298"/>
            <a:ext cx="5119646" cy="386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76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5E1EE-27CB-9012-EC9A-2E2EECD2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1197-0360-3655-A90A-8D232556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Are you misleading me on purpose?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D0879-2AC1-181F-70EF-8385D30B6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70" t="51746" r="4406" b="2699"/>
          <a:stretch>
            <a:fillRect/>
          </a:stretch>
        </p:blipFill>
        <p:spPr>
          <a:xfrm>
            <a:off x="6360618" y="1896298"/>
            <a:ext cx="4499571" cy="386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6AF5E-0CD3-0F3D-32EF-1ACC3C3B0F04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D2C5DA-9B0E-0BD6-46CD-2EAF1345E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78" t="4857" r="4152" b="53991"/>
          <a:stretch>
            <a:fillRect/>
          </a:stretch>
        </p:blipFill>
        <p:spPr>
          <a:xfrm>
            <a:off x="1240972" y="1896298"/>
            <a:ext cx="5119646" cy="386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8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FA9C-8A54-DEC4-5303-C02BE985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400C-8F78-690E-BD2C-BFCCCF7D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Are you misleading me on purpose?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6121F1-80F6-2BF0-E705-3AF04065C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1" r="69425"/>
          <a:stretch>
            <a:fillRect/>
          </a:stretch>
        </p:blipFill>
        <p:spPr>
          <a:xfrm>
            <a:off x="2229238" y="1959430"/>
            <a:ext cx="2364533" cy="38236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C4A519-3B2E-B946-F402-A6D3289E04F1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01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31CD-7221-9FF7-9C4A-08D38814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26D1F-F207-D33D-AE23-D018ACC4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Are you misleading me on purpose?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4621C-78ED-36F1-50B2-602C67086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1"/>
          <a:stretch>
            <a:fillRect/>
          </a:stretch>
        </p:blipFill>
        <p:spPr>
          <a:xfrm>
            <a:off x="2229238" y="1959430"/>
            <a:ext cx="7733523" cy="38236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D2CAD3-4A40-BEBA-3A1A-F79579851F84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56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A2D8-628B-F853-A15E-B7FCB1288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754A-1DB2-DE34-A1A7-DD74F5D2F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Wait…what?</a:t>
            </a:r>
            <a:endParaRPr lang="en-DE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5A41D-0902-C2F0-983A-A5AFF666C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2" r="8680"/>
          <a:stretch>
            <a:fillRect/>
          </a:stretch>
        </p:blipFill>
        <p:spPr>
          <a:xfrm>
            <a:off x="2679727" y="1690688"/>
            <a:ext cx="6832546" cy="43584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5F16E4-A6CA-2D09-67DE-41425DE5685D}"/>
              </a:ext>
            </a:extLst>
          </p:cNvPr>
          <p:cNvSpPr txBox="1"/>
          <p:nvPr/>
        </p:nvSpPr>
        <p:spPr>
          <a:xfrm>
            <a:off x="7609115" y="6492875"/>
            <a:ext cx="4582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" panose="020B0604020104020204" pitchFamily="34" charset="0"/>
              </a:rPr>
              <a:t>Image: </a:t>
            </a:r>
            <a:r>
              <a:rPr lang="de-DE" sz="1200" dirty="0">
                <a:latin typeface="Abadi" panose="020B0604020104020204" pitchFamily="34" charset="0"/>
                <a:hlinkClick r:id="rId3"/>
              </a:rPr>
              <a:t>https://www.tempo.io/blog/good-and-bad-data-visualization</a:t>
            </a:r>
            <a:r>
              <a:rPr lang="de-DE" sz="1200" dirty="0">
                <a:latin typeface="Abadi" panose="020B0604020104020204" pitchFamily="34" charset="0"/>
              </a:rPr>
              <a:t> </a:t>
            </a:r>
            <a:endParaRPr lang="en-DE" sz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161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B0D1D-C2F0-6175-1F85-358407E5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99C6-29A3-E0AE-0094-CCF748B8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badi" panose="020B0604020104020204" pitchFamily="34" charset="0"/>
              </a:rPr>
              <a:t>Materials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C07AD-007D-72E3-BEF9-FF67450B43E2}"/>
              </a:ext>
            </a:extLst>
          </p:cNvPr>
          <p:cNvSpPr txBox="1"/>
          <p:nvPr/>
        </p:nvSpPr>
        <p:spPr>
          <a:xfrm>
            <a:off x="993648" y="3198167"/>
            <a:ext cx="102047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>
                <a:latin typeface="Abadi" panose="020B06040201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https://github.com/mariakna/SEDarc2025_Intro_to_Data_Vis_in_R/tree/main</a:t>
            </a:r>
          </a:p>
        </p:txBody>
      </p:sp>
    </p:spTree>
    <p:extLst>
      <p:ext uri="{BB962C8B-B14F-4D97-AF65-F5344CB8AC3E}">
        <p14:creationId xmlns:p14="http://schemas.microsoft.com/office/powerpoint/2010/main" val="3027749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D70D-A24C-628B-BE57-AE0A9C19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Thank you!</a:t>
            </a:r>
            <a:endParaRPr lang="en-DE" dirty="0">
              <a:latin typeface="Abadi" panose="020B06040201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D76FA-C13F-0553-FC9C-6CC75B382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n-DE" dirty="0">
                <a:latin typeface="Abadi" panose="020B0604020104020204" pitchFamily="34" charset="0"/>
                <a:hlinkClick r:id="rId2"/>
              </a:rPr>
              <a:t>https://mariakna.github.io/</a:t>
            </a:r>
            <a:r>
              <a:rPr lang="en-GB" dirty="0">
                <a:latin typeface="Abadi" panose="020B0604020104020204" pitchFamily="34" charset="0"/>
              </a:rPr>
              <a:t> </a:t>
            </a:r>
            <a:endParaRPr lang="en-DE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412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429</Words>
  <Application>Microsoft Office PowerPoint</Application>
  <PresentationFormat>Widescreen</PresentationFormat>
  <Paragraphs>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Abadi</vt:lpstr>
      <vt:lpstr>Aptos</vt:lpstr>
      <vt:lpstr>Aptos Display</vt:lpstr>
      <vt:lpstr>Arial</vt:lpstr>
      <vt:lpstr>Office Theme</vt:lpstr>
      <vt:lpstr>Introduction to Data Visualisation in R</vt:lpstr>
      <vt:lpstr>PowerPoint Presentation</vt:lpstr>
      <vt:lpstr>Key things to consider</vt:lpstr>
      <vt:lpstr>Colour – can you see the differences?</vt:lpstr>
      <vt:lpstr>Colour – is the pallette intuitive?</vt:lpstr>
      <vt:lpstr>Colour – is it meaningful?</vt:lpstr>
      <vt:lpstr>Does it need to be so complex?</vt:lpstr>
      <vt:lpstr>Seriously, does it?..</vt:lpstr>
      <vt:lpstr>Are you misleading me on purpose?</vt:lpstr>
      <vt:lpstr>Are you misleading me on purpose?</vt:lpstr>
      <vt:lpstr>Are you misleading me on purpose?</vt:lpstr>
      <vt:lpstr>Are you misleading me on purpose?</vt:lpstr>
      <vt:lpstr>Are you misleading me on purpose?</vt:lpstr>
      <vt:lpstr>Are you misleading me on purpose?</vt:lpstr>
      <vt:lpstr>Wait…what?</vt:lpstr>
      <vt:lpstr>Materials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Korochkina, Maria</dc:creator>
  <cp:lastModifiedBy>Korochkina, Maria</cp:lastModifiedBy>
  <cp:revision>1</cp:revision>
  <dcterms:created xsi:type="dcterms:W3CDTF">2025-10-14T15:22:58Z</dcterms:created>
  <dcterms:modified xsi:type="dcterms:W3CDTF">2025-11-05T16:21:21Z</dcterms:modified>
</cp:coreProperties>
</file>